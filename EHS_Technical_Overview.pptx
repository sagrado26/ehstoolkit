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2" r:id="rId16"/>
    <p:sldId id="273" r:id="rId17"/>
    <p:sldId id="274" r:id="rId18"/>
    <p:sldId id="275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8" d="100"/>
          <a:sy n="178" d="100"/>
        </p:scale>
        <p:origin x="1795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9089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3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288498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EHS Safety Tool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288498"/>
                </a:solidFill>
              </a:rPr>
              <a:t>User Guide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0FE"/>
                </a:solidFill>
              </a:rPr>
              <a:t>Complete Guide to Digital Safety Management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590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7" name="Text 5"/>
          <p:cNvSpPr/>
          <p:nvPr/>
        </p:nvSpPr>
        <p:spPr>
          <a:xfrm>
            <a:off x="457200" y="491032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v1.0.0 | February 2026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503920" y="493776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AAAA"/>
                </a:solidFill>
              </a:rPr>
              <a:t>1 / 22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38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E8590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Dashboard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82880" y="731520"/>
            <a:ext cx="8778240" cy="4160520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I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8380" y="944450"/>
            <a:ext cx="6404020" cy="37346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03920" y="493776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AAAA"/>
                </a:solidFill>
              </a:rPr>
              <a:t>2 / 22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38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E8590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Safety Plans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82880" y="731520"/>
            <a:ext cx="8778240" cy="4160520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I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8838" y="1195739"/>
            <a:ext cx="6524837" cy="31772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03920" y="493776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AAAA"/>
                </a:solidFill>
              </a:rPr>
              <a:t>3 / 22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38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E8590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ISP Form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82880" y="731520"/>
            <a:ext cx="8778240" cy="4160520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I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77240"/>
            <a:ext cx="8686800" cy="4069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03920" y="493776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AAAA"/>
                </a:solidFill>
              </a:rPr>
              <a:t>4 / 22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38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E8590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ISP Document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82880" y="731520"/>
            <a:ext cx="8778240" cy="4160520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I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4608" y="1115568"/>
            <a:ext cx="6155028" cy="31508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03920" y="493776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AAAA"/>
                </a:solidFill>
              </a:rPr>
              <a:t>5 / 22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38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E8590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Safety Review Board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82880" y="731520"/>
            <a:ext cx="8778240" cy="4160520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I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77240"/>
            <a:ext cx="8686800" cy="4069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03920" y="493776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AAAA"/>
                </a:solidFill>
              </a:rPr>
              <a:t>6 / 22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38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E8590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Permit to Work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82880" y="731520"/>
            <a:ext cx="8778240" cy="4160520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I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77240"/>
            <a:ext cx="8686800" cy="4069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03920" y="493776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AAAA"/>
                </a:solidFill>
              </a:rPr>
              <a:t>7 / 22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38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E8590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Incidents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82880" y="731520"/>
            <a:ext cx="8778240" cy="4160520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I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77240"/>
            <a:ext cx="8686800" cy="4069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03920" y="493776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AAAA"/>
                </a:solidFill>
              </a:rPr>
              <a:t>8 / 22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38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E8590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Crane Inspection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82880" y="731520"/>
            <a:ext cx="8778240" cy="4160520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I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77240"/>
            <a:ext cx="8686800" cy="4069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03920" y="493776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AAAA"/>
                </a:solidFill>
              </a:rPr>
              <a:t>9 / 22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38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E8590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Draeger Calibration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82880" y="731520"/>
            <a:ext cx="8778240" cy="4160520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I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77240"/>
            <a:ext cx="8686800" cy="4069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03920" y="493776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AAAA"/>
                </a:solidFill>
              </a:rPr>
              <a:t>10 / 22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38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E8590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Documentation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82880" y="731520"/>
            <a:ext cx="8778240" cy="4160520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I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77240"/>
            <a:ext cx="8686800" cy="4069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03920" y="493776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AAAA"/>
                </a:solidFill>
              </a:rPr>
              <a:t>11 / 22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38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E8590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Mobile Access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82880" y="731520"/>
            <a:ext cx="8778240" cy="4160520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I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044" y="893826"/>
            <a:ext cx="1965331" cy="3781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03920" y="493776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AAAA"/>
                </a:solidFill>
              </a:rPr>
              <a:t>12 / 22</a:t>
            </a:r>
            <a:endParaRPr lang="en-US" sz="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3813B3-590B-F6B8-C744-25000BE23D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4359" y="928930"/>
            <a:ext cx="2018989" cy="379638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38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E8590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Getting Help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82880" y="731520"/>
            <a:ext cx="8778240" cy="4160520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I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77240"/>
            <a:ext cx="8686800" cy="4069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03920" y="493776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AAAA"/>
                </a:solidFill>
              </a:rPr>
              <a:t>14 / 22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38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E8590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Security &amp; Compliance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82880" y="731520"/>
            <a:ext cx="8778240" cy="4160520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I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77240"/>
            <a:ext cx="8686800" cy="4069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03920" y="493776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AAAA"/>
                </a:solidFill>
              </a:rPr>
              <a:t>15 / 22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38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E8590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Future Features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82880" y="731520"/>
            <a:ext cx="8778240" cy="4160520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I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77240"/>
            <a:ext cx="8686800" cy="4069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03920" y="493776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AAAA"/>
                </a:solidFill>
              </a:rPr>
              <a:t>17 / 22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38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E8590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Quick Start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82880" y="731520"/>
            <a:ext cx="8778240" cy="4160520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I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77240"/>
            <a:ext cx="8686800" cy="4069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03920" y="493776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AAAA"/>
                </a:solidFill>
              </a:rPr>
              <a:t>18 / 22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38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E8590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Training Resources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82880" y="731520"/>
            <a:ext cx="8778240" cy="4160520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I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77240"/>
            <a:ext cx="8686800" cy="4069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03920" y="493776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AAAA"/>
                </a:solidFill>
              </a:rPr>
              <a:t>19 / 22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38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E8590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Support Channels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82880" y="731520"/>
            <a:ext cx="8778240" cy="4160520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I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77240"/>
            <a:ext cx="8686800" cy="4069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03920" y="493776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AAAA"/>
                </a:solidFill>
              </a:rPr>
              <a:t>20 / 22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121</Words>
  <Application>Microsoft Office PowerPoint</Application>
  <PresentationFormat>On-screen Show (16:9)</PresentationFormat>
  <Paragraphs>57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Carl Sagrado</cp:lastModifiedBy>
  <cp:revision>2</cp:revision>
  <dcterms:created xsi:type="dcterms:W3CDTF">2026-02-26T03:21:34Z</dcterms:created>
  <dcterms:modified xsi:type="dcterms:W3CDTF">2026-02-27T02:38:08Z</dcterms:modified>
</cp:coreProperties>
</file>