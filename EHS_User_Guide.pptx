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8849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EHS Safety Tool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8498"/>
                </a:solidFill>
              </a:rPr>
              <a:t>User Guide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Complete Guide to Digital Safety Management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91032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v1.0.0 | February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 / 22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is the EHS Tool?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 / 22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Getting Started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2 / 22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Safety Plans Overview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3 / 22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Creating Safety Plans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4 / 22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Step 1: Task Details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5 / 22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Step 2: Assessment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6 / 22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Step 3: Hazards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7 / 22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Step 4: Sign Off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8 / 22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ISP Document Format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9 / 22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Safety Review Board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10 / 22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Permit to Work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11 / 22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Incidents Management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12 / 22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Crane Inspection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13 / 22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Draeger Calibration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14 / 22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Documentation Library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15 / 22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Mobile Features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16 / 22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Status Reference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17 / 22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Future Integration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18 / 22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Support Resources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19 / 22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Quick Reference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16052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20 / 22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3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8849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You're Ready!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590C"/>
                </a:solidFill>
              </a:rPr>
              <a:t>Safety is everyone's responsibility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590C"/>
                </a:solidFill>
              </a:rPr>
              <a:t>ehs-tool@asml.com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03920" y="4937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21 / 22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2026-02-26T03:22:26Z</dcterms:created>
  <dcterms:modified xsi:type="dcterms:W3CDTF">2026-02-26T03:22:26Z</dcterms:modified>
</cp:coreProperties>
</file>